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G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4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E6CBB-CF95-40ED-860E-F44194AD4EED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9BDFE7-107F-464B-89C6-187639EACC3A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65721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9BDFE7-107F-464B-89C6-187639EACC3A}" type="slidenum">
              <a:rPr lang="en-GH" smtClean="0"/>
              <a:t>5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331716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73C67-FE7C-D432-B99C-08A539DA6A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554055-336B-6130-3A9A-A8A3FE9E8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DA7302-F80D-A215-4B2C-A9B865BE3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E5944-03FA-8577-2802-A678A58F6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B4987-707E-68D2-2BC7-14002FDBA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176218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D4F30-97F3-1A05-2055-FFB8C8DE9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0998C-93DB-4077-B3F2-01F340432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77C0F0-9AA9-E198-4238-EB31265EF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4191C-DAEA-7A00-C0E2-D9CF788A3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3A9D64-B02B-2933-9C96-6D9FA72E6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212948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B87E1-ECE5-17BE-BC18-92C44E656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099347-E7F4-3E35-7882-A33F067A4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D7958-4FCE-99E4-64FE-244693C3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D9132-8BF4-0685-5DD5-69B125B2D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7D0AA-E975-1963-3B3A-356FB7D19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749690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ABB9B-783A-0551-7CC9-F4FC9CAB1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0760D-D9D3-92A1-79AA-F1B89A4FF3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A6A730-C1DD-01C8-89EC-AAACAFA5C6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DB98FF-1926-0616-E311-A30920F55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D411A-0DDB-3580-7885-238C4D5B7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31FFF-962B-4F2E-7417-6290C9182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2274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5135-9FEC-B190-FAA5-5026999B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B4E4E-2324-30CF-A027-8241B4DA8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3A3735-A373-7C6B-47F0-6663022A16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F1E906-518C-4BC7-0435-8112E7D62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5AEAB6-87A5-8BDD-CF58-A107A6B89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2A7984-31F8-411F-E306-465C426F4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FD6371-E2B2-12E9-413F-EBD3C4DD9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F2CA10-1155-DF16-F080-22B7F3AC9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981646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660B3-9FD1-05FE-9D8B-F81A1555E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609F6-1CBB-42A2-7E19-DF2FA3F5D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928EC4-F9A5-D38F-D47C-3A08EF463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934AF-E033-21BC-CD88-B9FEB5638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992751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244088-E7D5-D779-415E-232F98FB4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A3C6E9-D638-67AA-4339-78C79683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252B7-5964-3258-6AF7-27D0BD3D8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841286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37000-C635-BE9D-A012-120CED89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5A3EC-4C3E-C401-5152-F186D536A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B0AAC7-955E-F474-CC42-6ADCE80B1F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38368-2166-BC34-39A6-CFE6F9B32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71B090-8A77-267D-7606-907F1E5FC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1AEB0-3B9C-55FF-4CCB-A837221A5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3728034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667B3-10E2-A94E-CE4C-BA44B6C85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668731-49A4-2E58-F683-1ABF40F687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15E9B-E842-B0BB-1588-14183E19C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ABA855-BAD9-B07D-10B1-8233A532A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650C9F-DE8A-5606-9973-1AF68033F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B6BDD-CD34-08C6-05BF-11B206C2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10746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1043F-8235-6A67-238B-4B166484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DF1A2-6002-52C0-F18C-C7BB26DDF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9FE49-32C0-96DA-1601-EF233FEF1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71740-1BA9-7168-DBA8-4F75772AA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AA2C8-7CD9-2BA4-5E4D-4F438E66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193100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431393-FB63-5046-A9BD-C327D1F109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14682-278F-1EA2-7914-D20E0BFB8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05763-1424-1A30-80E0-2514DB723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81B5F-33EC-2164-B201-6A4D32336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9FF782-E5A2-39EF-9647-A49B8A26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20821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28F7B1-6CB8-B78E-F453-B5E5812E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CD17A-E84B-9C0D-5876-7954CF9B7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40B4D-E905-74DB-A763-7006F0A4C8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9A74A9-C221-414B-A5AD-97DD2EC5796C}" type="datetimeFigureOut">
              <a:rPr lang="en-GH" smtClean="0"/>
              <a:t>24/03/2026</a:t>
            </a:fld>
            <a:endParaRPr lang="en-G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BCC2B-1C57-1367-7471-C440390EF0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509C0C-2884-6DB6-F85E-19A809C13C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BDEA6A-77A5-4E47-A437-F0413436D8BC}" type="slidenum">
              <a:rPr lang="en-GH" smtClean="0"/>
              <a:t>‹#›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01245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9383B-1259-6BA1-FA38-772BEEA271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Trend in Government Health Expenditure Per Capita</a:t>
            </a:r>
            <a:endParaRPr lang="en-G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82938-FC39-DEDF-A7ED-9E9D57D08F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707786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73CA0-5F9A-7E77-79DC-C33BE6C5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6137"/>
          </a:xfrm>
        </p:spPr>
        <p:txBody>
          <a:bodyPr>
            <a:normAutofit/>
          </a:bodyPr>
          <a:lstStyle/>
          <a:p>
            <a:r>
              <a:rPr lang="en-GB" sz="2400" b="1" dirty="0"/>
              <a:t>Trend in Government Health Expenditure Per Capita (Africa wide)</a:t>
            </a:r>
            <a:endParaRPr lang="en-GH" sz="24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40D7ABB-1574-5B82-1630-6F6F9CB1FE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909" y="1301262"/>
            <a:ext cx="8677028" cy="4975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97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6BCA8DC-1FF8-71E0-2EE3-301DFB338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515" y="1014945"/>
            <a:ext cx="10190286" cy="584305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1D4D31E7-849C-9969-03D2-505997676E53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6686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/>
              <a:t>Trend in Government Health Expenditure Per Capita (Low-income countries)</a:t>
            </a:r>
            <a:endParaRPr lang="en-GH" sz="2400" b="1" dirty="0"/>
          </a:p>
        </p:txBody>
      </p:sp>
    </p:spTree>
    <p:extLst>
      <p:ext uri="{BB962C8B-B14F-4D97-AF65-F5344CB8AC3E}">
        <p14:creationId xmlns:p14="http://schemas.microsoft.com/office/powerpoint/2010/main" val="2680436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1F093C-AEA7-BFD2-383E-B7F2F5515A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62" y="954450"/>
            <a:ext cx="10295792" cy="59035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D74CB70-E3E5-8AE3-EA80-EEFA0E4154C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56686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/>
              <a:t>Trend in Government Health Expenditure Per Capita (Lower-middle income countries)</a:t>
            </a:r>
            <a:endParaRPr lang="en-GH" sz="2400" b="1" dirty="0"/>
          </a:p>
        </p:txBody>
      </p:sp>
    </p:spTree>
    <p:extLst>
      <p:ext uri="{BB962C8B-B14F-4D97-AF65-F5344CB8AC3E}">
        <p14:creationId xmlns:p14="http://schemas.microsoft.com/office/powerpoint/2010/main" val="1799172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DC97BF-3780-28D3-A196-D78AF03EE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31986"/>
            <a:ext cx="10457642" cy="599635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85FC2F70-121A-2473-2E41-DA7CA5D9B994}"/>
              </a:ext>
            </a:extLst>
          </p:cNvPr>
          <p:cNvSpPr txBox="1">
            <a:spLocks/>
          </p:cNvSpPr>
          <p:nvPr/>
        </p:nvSpPr>
        <p:spPr>
          <a:xfrm>
            <a:off x="1181100" y="365126"/>
            <a:ext cx="10515600" cy="566860"/>
          </a:xfrm>
          <a:prstGeom prst="rect">
            <a:avLst/>
          </a:prstGeom>
        </p:spPr>
        <p:txBody>
          <a:bodyPr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400" b="1" dirty="0"/>
              <a:t>Trend in Government Health Expenditure Per Capita (Upper-middle income countries)</a:t>
            </a:r>
            <a:endParaRPr lang="en-GH" sz="2400" b="1" dirty="0"/>
          </a:p>
        </p:txBody>
      </p:sp>
    </p:spTree>
    <p:extLst>
      <p:ext uri="{BB962C8B-B14F-4D97-AF65-F5344CB8AC3E}">
        <p14:creationId xmlns:p14="http://schemas.microsoft.com/office/powerpoint/2010/main" val="2210189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</Words>
  <Application>Microsoft Office PowerPoint</Application>
  <PresentationFormat>Widescreen</PresentationFormat>
  <Paragraphs>6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Trend in Government Health Expenditure Per Capita</vt:lpstr>
      <vt:lpstr>Trend in Government Health Expenditure Per Capita (Africa wide)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Yeltulme Mwinlaaru</dc:creator>
  <cp:lastModifiedBy>Peter Yeltulme Mwinlaaru</cp:lastModifiedBy>
  <cp:revision>1</cp:revision>
  <dcterms:created xsi:type="dcterms:W3CDTF">2026-03-24T05:31:39Z</dcterms:created>
  <dcterms:modified xsi:type="dcterms:W3CDTF">2026-03-24T05:38:19Z</dcterms:modified>
</cp:coreProperties>
</file>